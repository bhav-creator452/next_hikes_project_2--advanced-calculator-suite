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PRESENTATION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CALCSUITE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Modular Desktop Calculator Suite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calculation tools — one unified, responsive desktop application.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3891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268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Bhavdeep Kaur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1389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ASSIGNED BY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37667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Hikes IT Solutions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63640" y="960120"/>
            <a:ext cx="5394960" cy="5257800"/>
          </a:xfrm>
          <a:prstGeom prst="roundRect">
            <a:avLst>
              <a:gd name="adj" fmla="val 2435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28232" y="1124712"/>
            <a:ext cx="5065776" cy="4928616"/>
          </a:xfrm>
          <a:prstGeom prst="roundRect">
            <a:avLst>
              <a:gd name="adj" fmla="val 1484"/>
            </a:avLst>
          </a:prstGeom>
          <a:solidFill>
            <a:srgbClr val="14161A"/>
          </a:solidFill>
          <a:ln w="12700">
            <a:solidFill>
              <a:srgbClr val="1B1D22"/>
            </a:solidFill>
            <a:prstDash val="solid"/>
          </a:ln>
        </p:spPr>
      </p:sp>
      <p:pic>
        <p:nvPicPr>
          <p:cNvPr id="13" name="Image 0" descr="final_stand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28232" y="1124712"/>
            <a:ext cx="5065776" cy="492861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CALCSUITE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Project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9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75688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calculator apps focus only on basic arithmetic. For anything else, users are forced to juggle separate tools.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15768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calculations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calculation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conversion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conversion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history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50876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7373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075688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calculation utilities </a:t>
            </a:r>
            <a:pPr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unified desktop application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715768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versatile calculator application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multiple calculation modes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consistent, user-friendly interface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modular, future-extensible architecture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48360" y="470916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48360" y="4709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Calculator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380080" y="470916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36112" y="470916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36112" y="4709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Calculator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67832" y="470916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23864" y="470916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23864" y="4709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555584" y="470916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811616" y="470916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11616" y="4709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67248" y="5276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61408" y="5605272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27334D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61408" y="56052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CALCSUITE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CALCSUITE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CalcSuite Do?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61408" y="13716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7334D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61408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CALCSUITE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867248" y="1874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423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2832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42316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17520"/>
            <a:ext cx="290779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−  ×  ÷  operations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Decimals &amp; percentages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numbers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keyboard support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0832" y="2194560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9432" y="2423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2832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99432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193792" y="242316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45152" y="3017520"/>
            <a:ext cx="290779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Trigonometric functions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Powers, roots, logarithms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 &amp; constants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 / RAD modes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93024" y="2194560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21624" y="2423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2832"/>
          </a:solidFill>
          <a:ln w="15875">
            <a:solidFill>
              <a:srgbClr val="FF9F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21624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015984" y="242316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67344" y="3063240"/>
            <a:ext cx="2907792" cy="365760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67344" y="3063240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Calculator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67344" y="3493008"/>
            <a:ext cx="2907792" cy="365760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67344" y="3493008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Converter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467344" y="3922776"/>
            <a:ext cx="2907792" cy="365760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67344" y="3922776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Converter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867248" y="44165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483968" y="48006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483968" y="4800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998568" y="48006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98568" y="4800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513168" y="48006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13168" y="4800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36752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Application-wide utilities — shared across every calculation module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CALCSUITE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CAPABILITIES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7864" cy="1481328"/>
          </a:xfrm>
          <a:prstGeom prst="roundRect">
            <a:avLst>
              <a:gd name="adj" fmla="val 6173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184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2832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12264"/>
            <a:ext cx="216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404872"/>
            <a:ext cx="216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modules make CalcSuite easier to maintain and extend.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0824" y="1417320"/>
            <a:ext cx="2567864" cy="1481328"/>
          </a:xfrm>
          <a:prstGeom prst="roundRect">
            <a:avLst>
              <a:gd name="adj" fmla="val 6173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1992" y="16184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2832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1992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591992" y="2112264"/>
            <a:ext cx="216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Interface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91992" y="2404872"/>
            <a:ext cx="216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adapts across window sizes — normal and maximized layouts.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33008" y="1417320"/>
            <a:ext cx="2567864" cy="1481328"/>
          </a:xfrm>
          <a:prstGeom prst="roundRect">
            <a:avLst>
              <a:gd name="adj" fmla="val 6173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4176" y="16184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2832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4176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434176" y="2112264"/>
            <a:ext cx="216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History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34176" y="2404872"/>
            <a:ext cx="216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 and conversions are stored and reusable in one place.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75191" y="1417320"/>
            <a:ext cx="2567864" cy="1481328"/>
          </a:xfrm>
          <a:prstGeom prst="roundRect">
            <a:avLst>
              <a:gd name="adj" fmla="val 6173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76359" y="16184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2832"/>
          </a:solidFill>
          <a:ln w="15875">
            <a:solidFill>
              <a:srgbClr val="FF9F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76359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9276359" y="2112264"/>
            <a:ext cx="216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Support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276359" y="2404872"/>
            <a:ext cx="216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operations can be performed entirely from the keyboard.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172968"/>
            <a:ext cx="2567864" cy="1481328"/>
          </a:xfrm>
          <a:prstGeom prst="roundRect">
            <a:avLst>
              <a:gd name="adj" fmla="val 6173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33741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2832"/>
          </a:solidFill>
          <a:ln w="15875">
            <a:solidFill>
              <a:srgbClr val="FF9F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3867912"/>
            <a:ext cx="216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4160520"/>
            <a:ext cx="216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inputs and math errors are handled gracefully.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90824" y="3172968"/>
            <a:ext cx="2567864" cy="1481328"/>
          </a:xfrm>
          <a:prstGeom prst="roundRect">
            <a:avLst>
              <a:gd name="adj" fmla="val 6173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91992" y="33741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2832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91992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3591992" y="3867912"/>
            <a:ext cx="216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Settings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3591992" y="4160520"/>
            <a:ext cx="216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preferences are stored and reloaded between sessions.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33008" y="3172968"/>
            <a:ext cx="2567864" cy="1481328"/>
          </a:xfrm>
          <a:prstGeom prst="roundRect">
            <a:avLst>
              <a:gd name="adj" fmla="val 6173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34176" y="33741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2832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34176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CNV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6434176" y="3867912"/>
            <a:ext cx="216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Tools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434176" y="4160520"/>
            <a:ext cx="216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currency conversion extend the app beyond arithmetic.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75191" y="3172968"/>
            <a:ext cx="2567864" cy="1481328"/>
          </a:xfrm>
          <a:prstGeom prst="roundRect">
            <a:avLst>
              <a:gd name="adj" fmla="val 6173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76359" y="33741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42832"/>
          </a:solidFill>
          <a:ln w="15875">
            <a:solidFill>
              <a:srgbClr val="FF9F2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76359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9276359" y="3867912"/>
            <a:ext cx="216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9276359" y="4160520"/>
            <a:ext cx="216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avoids crashes and gives understandable feedback.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pPr algn="ctr" indent="0" marL="0">
              <a:buNone/>
            </a:pPr>
            <a:r>
              <a:rPr lang="en-US" sz="16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  </a:t>
            </a:r>
            <a:pPr algn="ctr"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pPr algn="ctr" indent="0" marL="0">
              <a:buNone/>
            </a:pPr>
            <a:r>
              <a:rPr lang="en-US" sz="16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  </a:t>
            </a:r>
            <a:pPr algn="ctr"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CALCSUITE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Application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42832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1801368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2039112"/>
            <a:ext cx="3648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programming language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42832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CTK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2350008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CustomTkinter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" y="2587752"/>
            <a:ext cx="3648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desktop GUI framework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42832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26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" y="2898648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" y="3136392"/>
            <a:ext cx="3648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desktop UI functionality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42832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" y="3447288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/ Decimal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" y="3685032"/>
            <a:ext cx="3648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 &amp; numeric precision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42832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JSN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" y="3995928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60704" y="4233672"/>
            <a:ext cx="3648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 for settings &amp; history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42832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60704" y="4544568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" y="4782312"/>
            <a:ext cx="3648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currency-rate communication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42832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120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060704" y="5093208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060704" y="5330952"/>
            <a:ext cx="3648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of calculation logic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212080" y="1463040"/>
            <a:ext cx="6430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12080" y="1874520"/>
            <a:ext cx="6430975" cy="960120"/>
          </a:xfrm>
          <a:prstGeom prst="roundRect">
            <a:avLst>
              <a:gd name="adj" fmla="val 9524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40680" y="1984248"/>
            <a:ext cx="59737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40680" y="23317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40680" y="233172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40880" y="23317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40880" y="233172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641080" y="23317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641080" y="233172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198968" y="28712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212080" y="3218688"/>
            <a:ext cx="6430975" cy="960120"/>
          </a:xfrm>
          <a:prstGeom prst="roundRect">
            <a:avLst>
              <a:gd name="adj" fmla="val 9524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40680" y="3328416"/>
            <a:ext cx="59737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9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— CALCULATION ENGINES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40680" y="367588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40680" y="367588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040880" y="367588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040880" y="367588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641080" y="367588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641080" y="367588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/ Units / Currency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198968" y="42153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212080" y="4562856"/>
            <a:ext cx="6430975" cy="960120"/>
          </a:xfrm>
          <a:prstGeom prst="roundRect">
            <a:avLst>
              <a:gd name="adj" fmla="val 9524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440680" y="4672584"/>
            <a:ext cx="59737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40680" y="5020056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40680" y="502005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40880" y="5020056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040880" y="502005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 (JSON)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5212080" y="5952744"/>
            <a:ext cx="6430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→  Logic  →  Data — kept separate so future modules drop in without touching existing code.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CALCSUITE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CalcSuite — Application Showcase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87188" cy="2354580"/>
          </a:xfrm>
          <a:prstGeom prst="roundRect">
            <a:avLst>
              <a:gd name="adj" fmla="val 3883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545336"/>
            <a:ext cx="5131156" cy="1659636"/>
          </a:xfrm>
          <a:prstGeom prst="roundRect">
            <a:avLst>
              <a:gd name="adj" fmla="val 3306"/>
            </a:avLst>
          </a:prstGeom>
          <a:solidFill>
            <a:srgbClr val="14161A"/>
          </a:solidFill>
          <a:ln w="12700">
            <a:solidFill>
              <a:srgbClr val="1B1D22"/>
            </a:solidFill>
            <a:prstDash val="solid"/>
          </a:ln>
        </p:spPr>
      </p:sp>
      <p:pic>
        <p:nvPicPr>
          <p:cNvPr id="6" name="Image 0" descr="final_stand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545336"/>
            <a:ext cx="5131156" cy="16596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3204972"/>
            <a:ext cx="48751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442716"/>
            <a:ext cx="48751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arithmetic &amp; keyboard input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55868" y="1417320"/>
            <a:ext cx="5387188" cy="2354580"/>
          </a:xfrm>
          <a:prstGeom prst="roundRect">
            <a:avLst>
              <a:gd name="adj" fmla="val 3883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83884" y="1545336"/>
            <a:ext cx="5131156" cy="1659636"/>
          </a:xfrm>
          <a:prstGeom prst="roundRect">
            <a:avLst>
              <a:gd name="adj" fmla="val 3306"/>
            </a:avLst>
          </a:prstGeom>
          <a:solidFill>
            <a:srgbClr val="14161A"/>
          </a:solidFill>
          <a:ln w="12700">
            <a:solidFill>
              <a:srgbClr val="1B1D22"/>
            </a:solidFill>
            <a:prstDash val="solid"/>
          </a:ln>
        </p:spPr>
      </p:sp>
      <p:pic>
        <p:nvPicPr>
          <p:cNvPr id="11" name="Image 1" descr="final_scientifi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83884" y="1545336"/>
            <a:ext cx="5131156" cy="16596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11900" y="3204972"/>
            <a:ext cx="48751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511900" y="3442716"/>
            <a:ext cx="48751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mathematical operations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4091940"/>
            <a:ext cx="5387188" cy="2354580"/>
          </a:xfrm>
          <a:prstGeom prst="roundRect">
            <a:avLst>
              <a:gd name="adj" fmla="val 3883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76656" y="4219956"/>
            <a:ext cx="5131156" cy="1659636"/>
          </a:xfrm>
          <a:prstGeom prst="roundRect">
            <a:avLst>
              <a:gd name="adj" fmla="val 3306"/>
            </a:avLst>
          </a:prstGeom>
          <a:solidFill>
            <a:srgbClr val="14161A"/>
          </a:solidFill>
          <a:ln w="12700">
            <a:solidFill>
              <a:srgbClr val="1B1D22"/>
            </a:solidFill>
            <a:prstDash val="solid"/>
          </a:ln>
        </p:spPr>
      </p:sp>
      <p:pic>
        <p:nvPicPr>
          <p:cNvPr id="16" name="Image 2" descr="final_currenc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6656" y="4219956"/>
            <a:ext cx="5131156" cy="16596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4672" y="5879592"/>
            <a:ext cx="48751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CONVERTER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04672" y="6117336"/>
            <a:ext cx="48751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exchange rates, practical everyday use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55868" y="4091940"/>
            <a:ext cx="5387188" cy="2354580"/>
          </a:xfrm>
          <a:prstGeom prst="roundRect">
            <a:avLst>
              <a:gd name="adj" fmla="val 3883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83884" y="4219956"/>
            <a:ext cx="5131156" cy="1659636"/>
          </a:xfrm>
          <a:prstGeom prst="roundRect">
            <a:avLst>
              <a:gd name="adj" fmla="val 3306"/>
            </a:avLst>
          </a:prstGeom>
          <a:solidFill>
            <a:srgbClr val="14161A"/>
          </a:solidFill>
          <a:ln w="12700">
            <a:solidFill>
              <a:srgbClr val="1B1D22"/>
            </a:solidFill>
            <a:prstDash val="solid"/>
          </a:ln>
        </p:spPr>
      </p:sp>
      <p:pic>
        <p:nvPicPr>
          <p:cNvPr id="21" name="Image 3" descr="final_history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83884" y="4219956"/>
            <a:ext cx="5131156" cy="165963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11900" y="5879592"/>
            <a:ext cx="48751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511900" y="6117336"/>
            <a:ext cx="48751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reusable calculation records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CALCSUITE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84778" cy="2788920"/>
          </a:xfrm>
          <a:prstGeom prst="roundRect">
            <a:avLst>
              <a:gd name="adj" fmla="val 3279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09928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75688"/>
            <a:ext cx="302757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&amp; scientific calculations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calculation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currency conversion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calculation history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settings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53458" y="1508760"/>
            <a:ext cx="3484778" cy="2788920"/>
          </a:xfrm>
          <a:prstGeom prst="roundRect">
            <a:avLst>
              <a:gd name="adj" fmla="val 3279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2058" y="1709928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9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2075688"/>
            <a:ext cx="302757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desktop app development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GUI design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software architecture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error handling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&amp; API integration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(pytest)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58277" y="1508760"/>
            <a:ext cx="3484778" cy="2788920"/>
          </a:xfrm>
          <a:prstGeom prst="roundRect">
            <a:avLst>
              <a:gd name="adj" fmla="val 3279"/>
            </a:avLst>
          </a:prstGeom>
          <a:solidFill>
            <a:srgbClr val="1C1F26"/>
          </a:solidFill>
          <a:ln w="12700">
            <a:solidFill>
              <a:srgbClr val="3135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6877" y="1709928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386877" y="2057400"/>
            <a:ext cx="30275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386877" y="2295144"/>
            <a:ext cx="30275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· Scientific · BMI · Unit Converter · Currency · History · Settings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386877" y="2880360"/>
            <a:ext cx="30275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386877" y="3118104"/>
            <a:ext cx="302757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 &amp; Statistics Calculator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/ GST / Tax Calculator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 Calculator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A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Solver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091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Bhavdeep Kaur  —  Next Hikes IT Solutions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CALCSUITE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CalcSuite — Project Presentation</dc:title>
  <dc:subject>PptxGenJS Presentation</dc:subject>
  <dc:creator>Bhavdeep Kaur</dc:creator>
  <cp:lastModifiedBy>Bhavdeep Kaur</cp:lastModifiedBy>
  <cp:revision>1</cp:revision>
  <dcterms:created xsi:type="dcterms:W3CDTF">2026-08-30T20:38:26Z</dcterms:created>
  <dcterms:modified xsi:type="dcterms:W3CDTF">2026-08-30T20:38:26Z</dcterms:modified>
</cp:coreProperties>
</file>